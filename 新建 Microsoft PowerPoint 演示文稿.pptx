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59765" y="557530"/>
            <a:ext cx="4765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编写自定义</a:t>
            </a:r>
            <a:r>
              <a:rPr lang="en-US" altLang="zh-CN"/>
              <a:t> APB </a:t>
            </a:r>
            <a:r>
              <a:rPr lang="zh-CN" altLang="en-US"/>
              <a:t>外设</a:t>
            </a:r>
            <a:r>
              <a:rPr lang="en-US" altLang="zh-CN"/>
              <a:t> (Verilog)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65" y="1299845"/>
            <a:ext cx="2316480" cy="1219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9765" y="2370455"/>
            <a:ext cx="6704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在</a:t>
            </a:r>
            <a:r>
              <a:rPr lang="en-US" altLang="zh-CN"/>
              <a:t> FPGA </a:t>
            </a:r>
            <a:r>
              <a:rPr lang="zh-CN" altLang="en-US"/>
              <a:t>工具链中把这个模块和</a:t>
            </a:r>
            <a:r>
              <a:rPr lang="en-US" altLang="zh-CN"/>
              <a:t> Cortex-M3 </a:t>
            </a:r>
            <a:r>
              <a:rPr lang="zh-CN" altLang="en-US"/>
              <a:t>连起来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5" y="2983230"/>
            <a:ext cx="2598420" cy="297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65" y="3461385"/>
            <a:ext cx="2735580" cy="4000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429000"/>
            <a:ext cx="467868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8705"/>
            <a:ext cx="11018520" cy="40690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3750" y="664845"/>
            <a:ext cx="1985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找到引脚</a:t>
            </a:r>
            <a:r>
              <a:rPr lang="zh-CN" altLang="en-US"/>
              <a:t>定义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445" y="934720"/>
            <a:ext cx="4312920" cy="3185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20" y="1424940"/>
            <a:ext cx="9913620" cy="3192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99820" y="750570"/>
            <a:ext cx="3691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根据找到的引脚定义去</a:t>
            </a:r>
            <a:r>
              <a:rPr lang="zh-CN" altLang="en-US"/>
              <a:t>例化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320" y="1013460"/>
            <a:ext cx="6743700" cy="3390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5050" y="407035"/>
            <a:ext cx="3649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floor</a:t>
            </a:r>
            <a:r>
              <a:rPr lang="zh-CN" altLang="en-US"/>
              <a:t>配置引脚，然后进行</a:t>
            </a:r>
            <a:r>
              <a:rPr lang="zh-CN" altLang="en-US"/>
              <a:t>布线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520" y="1419225"/>
            <a:ext cx="5981700" cy="4450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2780" y="1240790"/>
            <a:ext cx="6972300" cy="61798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225" y="192405"/>
            <a:ext cx="39382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新建</a:t>
            </a:r>
            <a:r>
              <a:rPr lang="zh-CN" altLang="en-US"/>
              <a:t>项目</a:t>
            </a:r>
            <a:endParaRPr lang="zh-CN" altLang="en-US"/>
          </a:p>
          <a:p>
            <a:r>
              <a:rPr lang="zh-CN" altLang="en-US"/>
              <a:t>添加对应的</a:t>
            </a:r>
            <a:r>
              <a:rPr lang="zh-CN" altLang="en-US"/>
              <a:t>文件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startup_gw1ns4c.s</a:t>
            </a:r>
            <a:r>
              <a:rPr lang="zh-CN" altLang="en-US"/>
              <a:t>需要强制</a:t>
            </a:r>
            <a:r>
              <a:rPr lang="zh-CN" altLang="en-US"/>
              <a:t>添加）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80490"/>
            <a:ext cx="6096000" cy="4526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335" y="1497965"/>
            <a:ext cx="60960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" y="1992630"/>
            <a:ext cx="60960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92760" y="139065"/>
            <a:ext cx="6181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烧录后在</a:t>
            </a:r>
            <a:r>
              <a:rPr lang="en-US" altLang="zh-CN"/>
              <a:t>object</a:t>
            </a:r>
            <a:r>
              <a:rPr lang="zh-CN" altLang="en-US"/>
              <a:t>文件夹寻找</a:t>
            </a:r>
            <a:r>
              <a:rPr lang="en-US" altLang="zh-CN"/>
              <a:t>bin</a:t>
            </a:r>
            <a:r>
              <a:rPr lang="zh-CN" altLang="en-US"/>
              <a:t>文件是否</a:t>
            </a:r>
            <a:r>
              <a:rPr lang="zh-CN" altLang="en-US"/>
              <a:t>存在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" y="1453515"/>
            <a:ext cx="7376160" cy="53035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2760" y="758825"/>
            <a:ext cx="5559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选择烧录模式，把</a:t>
            </a:r>
            <a:r>
              <a:rPr lang="en-US" altLang="zh-CN"/>
              <a:t>fs</a:t>
            </a:r>
            <a:r>
              <a:rPr lang="zh-CN" altLang="en-US"/>
              <a:t>和</a:t>
            </a:r>
            <a:r>
              <a:rPr lang="en-US" altLang="zh-CN"/>
              <a:t>bin</a:t>
            </a:r>
            <a:r>
              <a:rPr lang="zh-CN" altLang="en-US"/>
              <a:t>文件</a:t>
            </a:r>
            <a:r>
              <a:rPr lang="zh-CN" altLang="en-US"/>
              <a:t>烧录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18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陈远林</cp:lastModifiedBy>
  <cp:revision>6</cp:revision>
  <dcterms:created xsi:type="dcterms:W3CDTF">2023-07-11T07:43:00Z</dcterms:created>
  <dcterms:modified xsi:type="dcterms:W3CDTF">2026-03-11T13:43:35Z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A1099CD7A80A4675B2158540EE5A3AD2_13</vt:lpwstr>
  </property>
</Properties>
</file>